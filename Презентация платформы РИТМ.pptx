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notesMasterIdLst>
    <p:notesMasterId r:id="rId4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1/8, кадр анимации 1/5.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1/8, кадр анимации 2/5.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1/8, кадр анимации 3/5.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1/8, кадр анимации 4/5.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1/8, кадр анимации 5/5.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2/8, кадр анимации 1/5.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2/8, кадр анимации 2/5.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2/8, кадр анимации 3/5.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2/8, кадр анимации 4/5.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2/8, кадр анимации 5/5.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3/8, кадр анимации 1/5.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3/8, кадр анимации 2/5.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3/8, кадр анимации 3/5.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3/8, кадр анимации 4/5.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3/8, кадр анимации 5/5.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4/8, кадр анимации 1/5.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4/8, кадр анимации 2/5.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4/8, кадр анимации 3/5.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4/8, кадр анимации 4/5.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4/8, кадр анимации 5/5.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5/8, кадр анимации 1/5.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5/8, кадр анимации 2/5.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5/8, кадр анимации 3/5.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5/8, кадр анимации 4/5.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5/8, кадр анимации 5/5.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6/8, кадр анимации 1/5.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6/8, кадр анимации 2/5.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6/8, кадр анимации 3/5.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6/8, кадр анимации 4/5.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6/8, кадр анимации 5/5.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7/8, кадр анимации 1/5.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7/8, кадр анимации 2/5.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7/8, кадр анимации 3/5.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7/8, кадр анимации 4/5.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7/8, кадр анимации 5/5.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8/8, кадр анимации 1/5.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8/8, кадр анимации 2/5.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8/8, кадр анимации 3/5.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8/8, кадр анимации 4/5.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8/8, кадр анимации 5/5.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RAME">
    <p:bg>
      <p:bgPr>
        <a:solidFill>
          <a:srgbClr val="0D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1-fram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1-frame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1-frame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1-frame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1-frame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2-fram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2-frame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2-frame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2-frame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2-frame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3-fram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3-frame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3-frame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3-frame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3-frame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4-fram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4-frame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4-frame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4-frame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4-frame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5-fram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5-frame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5-frame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5-frame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5-frame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6-fram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6-frame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6-frame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6-frame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6-frame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7-fram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7-frame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7-frame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7-frame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7-frame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8-fram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8-frame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8-frame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8-frame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8-frame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РИТМ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РИТМ — единая платформа управления</dc:title>
  <dc:subject>Презентация платформы РИТМ</dc:subject>
  <dc:creator>РИТМ</dc:creator>
  <cp:lastModifiedBy>РИТМ</cp:lastModifiedBy>
  <cp:revision>1</cp:revision>
  <dcterms:created xsi:type="dcterms:W3CDTF">2026-10-03T07:17:09Z</dcterms:created>
  <dcterms:modified xsi:type="dcterms:W3CDTF">2026-10-03T07:17:09Z</dcterms:modified>
</cp:coreProperties>
</file>