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8/8, кадр анимации 1/5.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8/8, кадр анимации 2/5.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8/8, кадр анимации 3/5.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8/8, кадр анимации 4/5.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8/8, кадр анимации 5/5. Перелистывание имитирует появление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1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1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1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1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1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2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2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2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2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2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3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3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3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3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3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4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4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4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4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4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5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5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5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5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5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6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6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6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6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6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7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7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7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7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7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8-fram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8-fram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8-fram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8-fram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lana\Desktop\Проекты ИИ\ttt\.pptx-frames\slide-08-fram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РИТМ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РИТМ — единая платформа управления</dc:title>
  <dc:subject>Презентация платформы РИТМ</dc:subject>
  <dc:creator>РИТМ</dc:creator>
  <cp:lastModifiedBy>РИТМ</cp:lastModifiedBy>
  <cp:revision>1</cp:revision>
  <dcterms:created xsi:type="dcterms:W3CDTF">2026-10-02T13:27:25Z</dcterms:created>
  <dcterms:modified xsi:type="dcterms:W3CDTF">2026-10-02T13:27:25Z</dcterms:modified>
</cp:coreProperties>
</file>