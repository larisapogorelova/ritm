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РИТМ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РИТМ — единая платформа управления</dc:title>
  <dc:subject>Презентация платформы РИТМ</dc:subject>
  <dc:creator>РИТМ</dc:creator>
  <cp:lastModifiedBy>РИТМ</cp:lastModifiedBy>
  <cp:revision>1</cp:revision>
  <dcterms:created xsi:type="dcterms:W3CDTF">2026-10-03T07:52:52Z</dcterms:created>
  <dcterms:modified xsi:type="dcterms:W3CDTF">2026-10-03T07:52:52Z</dcterms:modified>
</cp:coreProperties>
</file>